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E5FF"/>
                </a:solidFill>
              </a:defRPr>
            </a:pPr>
            <a:r>
              <a:t>ACSC HACKATHON — PS16 EXPERT TRACK</a:t>
            </a:r>
          </a:p>
          <a:p>
            <a:pPr>
              <a:spcAft>
                <a:spcPts val="1000"/>
              </a:spcAft>
              <a:defRPr sz="5400" b="1">
                <a:solidFill>
                  <a:srgbClr val="F0F6FC"/>
                </a:solidFill>
              </a:defRPr>
            </a:pPr>
            <a:r>
              <a:t>CyberYukti</a:t>
            </a:r>
          </a:p>
          <a:p>
            <a:pPr>
              <a:spcAft>
                <a:spcPts val="1600"/>
              </a:spcAft>
              <a:defRPr sz="2200">
                <a:solidFill>
                  <a:srgbClr val="38BDF8"/>
                </a:solidFill>
              </a:defRPr>
            </a:pPr>
            <a:r>
              <a:t>Autonomous Vulnerability Triage &amp; Deterministic Evidence Engine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From Noisy Scanner Flood to Cryptographically Verified, Analyst-Ready Security Cases.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⚡ 90.5% Alert Noise Reduction   |   🔬 Zero-LLM Deterministic Prover   |   🛡️ Poison-Proof AI Defense   |   📜 Cryptographic Audit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01. 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The Modern SecOps Dilemma: Drowning in Scanner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🚨 1. Alert Fatigue &amp; Duplication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Multiple scanners (Trivy, Semgrep, Nuclei) report the exact same bug with different names.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1 real vulnerability generates 10+ alerts across CI/CD.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SOC analysts spend 80% of their day manually de-duplicating CSV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👻 2. Stale &amp; Ghost Findings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Scanners flag libraries without checking if the file is called or if the route is open.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Up to 40% of scanner alerts are already patched in production or completely unreachable.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Hours wasted investigating vulnerabilities that don't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⚠️ 3. The 'Naive AI' Trap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Generic AI triage tools blindly ask ChatGPT: 'Is this vulnerable?'.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LLMs hallucinate CVEs, make up package versions, and fail.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Prompt Injection Danger: Attackers embed instructions in HTTP responses to hijack AI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02.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CyberYukti Dual-Rail Autonomous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Step 1: Normalization &amp; Dedup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Ingests Trivy, Semgrep, Nuclei, SARIF, CSV.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Stage 1: Exact Hash Dedup.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Stage 2: Generic CWE Exclusion.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Stage 3: SAST-to-DAST Route Correlation.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Result: 90.5% Noise Eliminated.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Step 2: Evidence Validation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Controlled Lab Target Sandbox.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Zero-LLM Deterministic Probes.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Package version, HTTP endpoint, TCP port, &amp; file existence checks.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Three-State: CONFIRMED, NOT_CONFIRMED, INCONCLUSIVE.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Step 3: Dynamic Risk Scoring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Formula: 40% Sev + 25% Asset + 20% Exposure + 15% Validation.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Deterministic P1 to P4 Priority.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Dynamic Shift: Confirmed bugs stay high; Patched bugs auto-demote to P3/P4.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Step 4: AI &amp; Human Approval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Sanitized Prompt Engine (24 fields).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Hallucination validator blocks fake CVEs.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Analyst Approve / Reject / Override.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SHA-256 Hash Chained Audit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03. PERSON 1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Finding Intelligence &amp; 3-Tier Multi-Tool Correlation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Triple-Tier Deduplication Engine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1. Exact Hash Fingerprinting: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• Hashes (Asset ID + Package / File Path + CVE / Rule ID).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• Drops duplicate scan alerts instantly with O(1) lookups.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2. Generic CWE Exclusion: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• Suppresses vague scanner findings (CWE-20, CWE-398) when a specific CVE already identifies the vulnerability.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3. SAST-to-DAST Route Correlation: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• Bridges code findings (Semgrep `static.py`) with live web traffic (Nuclei `/api/static/download`).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• Unifies disparate tool alerts into one cohesive Incident Cluster.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Verified Benchmark Results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📊 Enterprise Scan Benchmark (Trivy + Semgrep + Nuclei):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Raw Scanner Alerts Ingested: 42 findings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Deduplicated Incident Clusters: 4 clusters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Clutter &amp; Noise Elimination: 90.48% Noise Reduction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⚡ Multi-Format Enterprise Ingestion: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Supports Multipart File Upload (JSON, CSV, SARIF).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Remote Report URL fetching.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Enterprise Stress Benchmark: Tested with 10,000 findings processed in 1.1 seconds with zero dropped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04. PERSON 2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Evidence Validation Engine — Zero-LLM, Safe &amp; Bounded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Deterministic Read-Only Probes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PACKAGE_VERSION Probe: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Inspects target packages manifest. Evaluates semver ranges using packaging.version (e.g. jQuery 1.12.4 vs 3.6.0).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HTTP_ENDPOINT Probe: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Safe GET/HEAD with strict timeout, follow_redirects=False, verifying actual server response codes.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PORT_CHECK Probe: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Safe TCP socket connect_ex check against target allowlist.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FILE_EXISTS Probe: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Path canonicalization with strict path jail (prevents ../ traversal).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Dual-Mode Sandbox &amp; Strict Safety Rules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🛡️ ACSC Safety Guardrails Strictly Maintained: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Zero Autonomous Exploitation — we verify evidence, never attack or pop shells.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Strict Target Allowlist (`LAB_TARGETS`) — SSRF boundaries enforce only pre-approved hosts can be probed.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🐳 Dual-Mode Execution Sandbox: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Docker Containment: --user=10001:10001 (non-root), --network=lab-net, --read-only, --cap-drop=ALL, --security-opt=no-new-privileges, 256MB RAM.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Subprocess Jail Fallback: Enforces shell=False, 5.0s timeout, and 10KB stdout/stderr truncation caps.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05. PERSON 3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Deterministic Risk Formula &amp; Real-Time Re-Prioritization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The Mathematical Scoring Formula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CyberYukti replaces arbitrary AI scores with a transparent mathematical formula: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Score = (0.40 × Severity) + (0.25 × Asset Criticality)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     + (0.20 × Exposure) + (0.15 × Validation)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Priority Tiers: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P1 (Critical Immediate): Score ≥ 80.0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P2 (High Priority): Score 60.0 – 79.9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P3 (Medium Priority): Score 35.0 – 59.9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P4 (Low / Informational): Score &lt; 35.0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Every scoring factor is transparently audited and displayed.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0F6FC"/>
                </a:solidFill>
              </a:defRPr>
            </a:pPr>
            <a:r>
              <a:t>Dynamic Validation Sensitivity (Live Demotion)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The defining differentiator of CyberYukti: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🔴 TARGET A: VULNERABLE (`shop-api-01`)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Probe confirms jQuery 1.12.4 installed.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Status: CONFIRMED (Factor = 0.95)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Score: 62.0 ➔ Priority: P2 Retained.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🟢 TARGET B: PATCHED (`shop-api-01-patched`)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Probe discovers jQuery 3.6.0 installed.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Status: NOT_CONFIRMED (Factor drops to 0.10)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Score drops from 62.0 ➔ 49.1!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Priority: Dynamically demoted from P2 down to P3!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Zero analyst hours wasted on fixed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06. PERSON 4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Dual-Rail AI Defense &amp; Human-in-the-Loop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Adversarial Injection &amp; Hallucination Defense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🛡️ 24-Field Prompt Sanitizer: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Quarantines raw scanner observations with &lt;UNTRUSTED&gt; delimiters.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Defends against DAN jailbreaks, instruction overrides, and shell dropping payloads.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🔍 Strict Output Validator: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Enforces strict Pydantic JSON schema.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Grounding Verification: Checks that every CVE and CVSS score in the AI explanation exists in the original finding.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16/16 Adversarial &amp; Hallucination Tests 100% 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Analyst Governance &amp; Web UI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👩‍💻 Next.js 14 Responsive Security Dashboard: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Executive KPI Strip &amp; Ingestion Noise Reduction Metrics.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Priority Queue &amp; Multi-Factor Filterable Case Table.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Live Probe Trigger directly from the browser.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⚖️ Human Approval Controls: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Approve: One-click confirmation.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Reject: Enforces mandatory justification reason.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Override: Allows priority adjustment (e.g. P2 ➔ P1) with full tracking of previous vs new priority.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07. COMPLIANCE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Cryptographic Proof-of-Triage: The Immutable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Tamper-Evident Hash Chaining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In enterprise environments (SOC 2, ISO 27001, PCI-DSS), auditability is mandatory.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Every action in CyberYukti is immutably recorded: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1. Event Creation: Unique UUID + ISO UTC Timestamp.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2. Actor Attribution: Identifies actor (system, analyst, or ai).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3. State Mutation: Captures previous_state and new_state.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4. Hash Chain: Every event embeds `prev_hash` pointing to the prior event ID.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Any retroactive tampering breaks the cryptographic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Full Lifecycle Case Provenance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A complete historical record from scan to resolution: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[08:00] Ingested: Nuclei, Semgrep, Trivy findings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│  Hash: evt-01 · prev_hash: null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▼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[08:30] Clustered: 3 alerts unified into CLUSTER-001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│  Hash: evt-02 · prev_hash: evt-01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▼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[08:35] Validated: PACKAGE_VERSION probe executed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│  Hash: evt-03 · prev_hash: evt-02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▼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[08:40] Prioritized: Formula executed (Score 92.5, P1)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│  Hash: evt-04 · prev_hash: evt-03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   ▼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[09:00] Analyst Action: Approved with remediation note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08.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The 3 Core Hackathon Demo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Scenario A: Confirmed Bug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🎯 Target: shop-api-01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Scanner claims outdated jQuery 1.12.4.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Analyst clicks '⚡ Run Live Probe'.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Probe inspects packages.json.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Finds: 1.12.4 (vulnerable).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Status: CONFIRMED (96% conf).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Score: 62.0 (Retains P2 Priority).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AI generates grounded remediation advice.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Analyst approves for immediate patching.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Scenario B: Stale / Patched Bug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🎯 Target: shop-api-01-patched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Scanner flags old build artifact.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Analyst selects patched target.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Probe inspects live packages.json.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Finds: 3.6.0 (patched version).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Status: NOT_CONFIRMED!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Contradiction detected.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Dynamic Shift: Priority drops from P2 ➔ P3!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Zero engineer hours wasted on fixed bug.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Scenario C: Inconclusive Fail-Safe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🎯 Target: unregistered-asset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Scanner targets unknown host.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Target registry allowlist blocks SSRF.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Probe cannot connect.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Status: INCONCLUSIVE.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Golden Safety Rule: Execution failure NEVER converts to 'Not Confirmed'.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Flagged for manual analyst verification without false security assumptions.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09.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90 Automated Tests Passed Across All 4 Tracks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77 Backend &amp; Service Tests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14 Ingestion &amp; Bridge Tests: PASSED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43 Evidence Engine Tests: PASSED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16 AI Safety &amp; Injection Tests: PASSED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4 Risk Engine Tests: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2011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13 Frontend Vitest Tests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8 Injection UI Render Tests: PASSED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5 Live Probe &amp; Status Tests: PASSED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0 React or TypeScript Warnings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2011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Next.js Production Build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100% Valid Typescript Compilation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Zero ESLint Violations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Optimized Static &amp; Dynamic Bundles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0F6FC"/>
                </a:solidFill>
              </a:defRPr>
            </a:pPr>
            <a:r>
              <a:t>Section 28 Benchmark Metrics (Evidence Engine Evaluation)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Benchmark Test Cases: 10/10 Correct (100.0% Accuracy)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False Confirmations: 0  |  False Rejections: 0  |  Inconclusive Safety Fallbacks: 3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Adversarial Payload Injection Rejection: 6/6 (100% Neutralized)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Noise Reduction: 42 raw findings ➔ 4 clusters (90.48% Reduction)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• 10,000 Finding Enterprise Benchmark: Successfully completed in 1.12 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10. 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Why CyberYukti Wins: 4 Killer USPs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E5FF"/>
                </a:solidFill>
              </a:defRPr>
            </a:pPr>
            <a:r>
              <a:t>1. Dual-Rail Zero-Trust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We never let an LLM decide security truth. The prover is 100% deterministic code; the AI is bounded strictly to explanation with hallucination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2. Dynamic Real-Time Re-Prioritization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When an asset is patched, the score dynamically recalculates live, demoting priority from P2 to P3 instantly without page refreshes.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3. Cross-Tool Reachability Triangulation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Correlates SCA package alerts (Trivy), SAST code sinks (Semgrep), and DAST public web endpoints (Nuclei) into a unified attack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4. Compliance-Ready Hash Ledger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</a:defRPr>
            </a:pPr>
            <a:r>
              <a:t>Every probe execution, score change, and analyst override is recorded with prev_hash chaining for SOC 2 and ISO 27001 auditability.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